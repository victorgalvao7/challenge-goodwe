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820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0BEC5"/>
                </a:solidFill>
              </a:rPr>
              <a:t>GOODWE CHALLENGE — SPRINT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WeCharge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" y="2971800"/>
            <a:ext cx="3200400" cy="54864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A0"/>
                </a:solidFill>
              </a:rPr>
              <a:t>WeCharge — EV Challenge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657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Victor Vieira Galvao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Miguel Silverio de Avila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Isabela Camargo Souza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Gustavo Gamba Zancopé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Artur Souza Pereira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91440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Estrutura da Apresentação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00C8A0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115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Contextualização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35331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GoodWe &amp; WeCharge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502920" cy="502920"/>
          </a:xfrm>
          <a:prstGeom prst="rect">
            <a:avLst/>
          </a:prstGeom>
          <a:solidFill>
            <a:srgbClr val="00C8A0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18836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8653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Os</a:t>
            </a:r>
            <a:r>
              <a:rPr lang="en-US" sz="1400" b="1" dirty="0">
                <a:solidFill>
                  <a:srgbClr val="FFFFFF"/>
                </a:solidFill>
              </a:rPr>
              <a:t> 3 Pilares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1031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Controle  • Tarifação • 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502920" cy="502920"/>
          </a:xfrm>
          <a:prstGeom prst="rect">
            <a:avLst/>
          </a:prstGeom>
          <a:solidFill>
            <a:srgbClr val="00C8A0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615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Problemas Identificados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8529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Análise crítica do cenário comercial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502920" cy="502920"/>
          </a:xfrm>
          <a:prstGeom prst="rect">
            <a:avLst/>
          </a:prstGeom>
          <a:solidFill>
            <a:srgbClr val="00C8A0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364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Soluções Propostas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60273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Pensamento computacional aplicado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502920" cy="502920"/>
          </a:xfrm>
          <a:prstGeom prst="rect">
            <a:avLst/>
          </a:prstGeom>
          <a:solidFill>
            <a:srgbClr val="00C8A0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41330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Sustentabilidade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35254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EV Challenge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que é a GoodWe?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</a:rPr>
              <a:t>Fundada em 2010 na China,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 GoodWe é líder global em soluções de energia solar e armazenamento.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</a:rPr>
              <a:t>Presença em mais de 100 países, com foco em: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Inversores solares residenciais e comerciais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Sistemas de armazenamento (BESS)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Soluções de carregamento de 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1005840"/>
            <a:ext cx="1554480" cy="100584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57784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</a:rPr>
              <a:t>100+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7784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Países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69480" y="1005840"/>
            <a:ext cx="1554480" cy="100584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26948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</a:rPr>
              <a:t>40GW+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6948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Instalados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194560"/>
            <a:ext cx="1554480" cy="100584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577840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</a:rPr>
              <a:t>2010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27249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Fundação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3832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WeCharge — Nossa Proposta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</a:rPr>
              <a:t>O WeCharge é nossa proposta de plataforma para gerenciamento inteligente de eletropostos. Integra carregadores GoodWe, inversores solares, baterias e IA numa plataforma unificada.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A0"/>
                </a:solidFill>
              </a:rPr>
              <a:t>Residencial vs. Comercial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136366"/>
              </p:ext>
            </p:extLst>
          </p:nvPr>
        </p:nvGraphicFramePr>
        <p:xfrm>
          <a:off x="457200" y="228600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 simultâneos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Dezenas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 de demanda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 e inteligente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necessária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Obrigatória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</a:rPr>
              <a:t>Os</a:t>
            </a:r>
            <a:r>
              <a:rPr lang="en-US" sz="2800" b="1" dirty="0">
                <a:solidFill>
                  <a:srgbClr val="FFFFFF"/>
                </a:solidFill>
              </a:rPr>
              <a:t> 3 Pilares do WeCharge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82880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" cy="18288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— Controle de Demanda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Distribui energia de forma inteligente, evitando sobrecargas e equilibrando a carga entre os carregadores ativos.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34924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4023360" cy="182880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365760" y="3017520"/>
            <a:ext cx="109728" cy="18288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546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— Tarifação e Pagamento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3657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Permite cobrança por kWh, por tempo ou por assinatura, com múltiplos meios de pagamento.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18304" y="1034428"/>
            <a:ext cx="4023360" cy="182880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4642945" y="1034428"/>
            <a:ext cx="109728" cy="182880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18299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— Inteligência Artificial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28032" y="1703044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Prevê demanda, otimiza horários de carregamento e aprende padrões de uso para maximizar eficiência.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Problemas Identificados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42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Sobrecarga em Horários de Pico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0120" y="131673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Múltiplos VEs conectados simultaneamente podem ultrapassar o limite de demanda contratada do estabelecimento.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8379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Dificuldade de Monetização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60120" y="211226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Ausência de sistema de cobrança nativo inviabiliza o modelo de negócio para operadores de eletroposto.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7004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633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Experiência do Usuário Frágil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60120" y="29077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Interfaces inconsistentes, falta de feedback em tempo real e processos de autenticação confusos afastam usuários.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65576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Ineficiência Energética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960120" y="37033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Sem IA para otimização, a energia solar e as baterias não são aproveitadas no momento ideal de carregamento.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Soluções Propostas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149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</a:rPr>
              <a:t>[Sobrecarga]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" y="11887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</a:rPr>
              <a:t>Dynamic Load Balancing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463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Algoritmo que redistribui a potência disponível entre os carregadores em tempo real, respeitando o limite contratado.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6401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180914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</a:rPr>
              <a:t>[Monetização]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960120" y="203774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</a:rPr>
              <a:t>Módulo de Billing Integrado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0120" y="2345595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Sistema de cobrança por kWh com PIX, cartão e QR Code, gerenciado pela plataforma WeCharge.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68682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261381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</a:rPr>
              <a:t>[UX Comprometida]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960120" y="284241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</a:rPr>
              <a:t>App WeCharge Unificado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60120" y="313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Aplicativo único para localizar, reservar, iniciar carregamento e pagar — tudo com notificações em tempo real.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335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0120" y="341849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</a:rPr>
              <a:t>[Ineficiência]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960120" y="364709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</a:rPr>
              <a:t>IA Preditiva de Carregamento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60120" y="39077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Modelo de ML que analisa padrões de uso, preço da energia e geração solar para agendamento inteligente.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Pensamento Computacional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01. Decomposição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Dividimos o problema </a:t>
            </a:r>
            <a:r>
              <a:rPr lang="en-US" sz="1100" dirty="0" err="1">
                <a:solidFill>
                  <a:srgbClr val="B0BEC5"/>
                </a:solidFill>
              </a:rPr>
              <a:t>em</a:t>
            </a:r>
            <a:r>
              <a:rPr lang="en-US" sz="1100">
                <a:solidFill>
                  <a:srgbClr val="B0BEC5"/>
                </a:solidFill>
              </a:rPr>
              <a:t> 3 </a:t>
            </a:r>
            <a:r>
              <a:rPr lang="en-US" sz="1100" dirty="0">
                <a:solidFill>
                  <a:srgbClr val="B0BEC5"/>
                </a:solidFill>
              </a:rPr>
              <a:t>pilares independentes, cada um com seus desafios e soluções específicas.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178308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41148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02. Reconhecimento de Padrões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Identificamos que sobrecarga, </a:t>
            </a:r>
            <a:r>
              <a:rPr lang="en-US" sz="1100" dirty="0" err="1">
                <a:solidFill>
                  <a:srgbClr val="B0BEC5"/>
                </a:solidFill>
              </a:rPr>
              <a:t>monetização</a:t>
            </a:r>
            <a:r>
              <a:rPr lang="en-US" sz="1100" dirty="0">
                <a:solidFill>
                  <a:srgbClr val="B0BEC5"/>
                </a:solidFill>
              </a:rPr>
              <a:t>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78308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23360" cy="41148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03. Abstração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Isolamos os elementos essenciais (demanda, protocolo, pagamento, eficiência) ignorando variações de hardware específico.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023360" cy="178308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023360" cy="41148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5488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04. Algoritmos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4290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Cada solução proposta segue uma lógica estruturada: entrada de dados → processamento IA → resposta otimizada.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EV Challenge 2026 — Sustentabilidade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</a:rPr>
              <a:t>A solução WeCharge integra os princípios de energias renováveis ao ecossistema de mobilidade elétrica por meio dos equipamentos GoodWe.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155448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8562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</a:rPr>
              <a:t>Energia Solar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40487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Carregamento prioritário com energia fotovoltaica, reduzindo dependência da rede elétrica convencional.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4023360" cy="155448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288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8562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</a:rPr>
              <a:t>Emissão Zero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00600" y="240487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VEs carregados com energia limpa eliminam a pegada de carbono no ciclo de uso do veículo.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3383280"/>
            <a:ext cx="4023360" cy="155448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204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</a:rPr>
              <a:t>Otimização Inteligente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02920" y="409651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IA garante que o carregamento ocorra no horário de maior geração solar ou menor tarifa elétrica.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63440" y="3383280"/>
            <a:ext cx="4023360" cy="1554480"/>
          </a:xfrm>
          <a:prstGeom prst="rect">
            <a:avLst/>
          </a:prstGeom>
          <a:solidFill>
            <a:srgbClr val="112030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5204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</a:rPr>
              <a:t>Mobilidade Sustentável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00600" y="409651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Infraestrutura que viabiliza a transição da frota comercial para veículos elétricos em larga escala.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</a:rPr>
              <a:t>O WeCharge representa nossa proposta para o desafio GoodWe: de uma solução residencial para uma plataforma comercial inteligente, sustentável e escalável.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Gestão inteligente de demanda elimina sobrecarga e otimiza custos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Protocolo OCPP 2.0 garante interoperabilidade e futuro do ecossistema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Sistema de billing transforma eletroposto em negócio viável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IA preditiva + energia solar = infraestrutura 100% sustentável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WeCharge — Equipe EV Challenge 2026 | FIAP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685</Words>
  <Application>Microsoft Office PowerPoint</Application>
  <PresentationFormat>On-screen Show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WeCharge – Proposta GoodWe Challenge</dc:title>
  <dc:subject>PptxGenJS Presentation</dc:subject>
  <dc:creator>PptxGenJS</dc:creator>
  <cp:lastModifiedBy>Victor Vieira Galvão</cp:lastModifiedBy>
  <cp:revision>2</cp:revision>
  <dcterms:created xsi:type="dcterms:W3CDTF">2026-05-21T21:46:15Z</dcterms:created>
  <dcterms:modified xsi:type="dcterms:W3CDTF">2026-05-21T22:06:44Z</dcterms:modified>
</cp:coreProperties>
</file>